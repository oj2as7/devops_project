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Calibri"/>
              </a:defRPr>
            </a:pPr>
            <a:r>
              <a:t>DEVOPS FINAL CAPSTONE PROJECT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TaskBoard: Cloud-Native SaaS &amp; DevOps Platform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End-to-End Enterprise Architecture: Automated CI/CD, Container Security, AWS EKS Infrastructure as Code, Kubernetes Orchestration &amp; Observability</a:t>
            </a:r>
          </a:p>
          <a:p>
            <a:pPr>
              <a:spcBef>
                <a:spcPts val="2800"/>
              </a:spcBef>
              <a:defRPr sz="1400" b="1">
                <a:solidFill>
                  <a:srgbClr val="0EA5E9"/>
                </a:solidFill>
                <a:latin typeface="Calibri"/>
              </a:defRPr>
            </a:pPr>
            <a:r>
              <a:t>Presenter: Ojas Kotiyal  |  Role: DevOps Engineer  |  Repository: Oj2AS7/devops_project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DevOps Architecture Lifecycle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Holistic path from local commit to monitored AWS production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1. Development &amp; Quality Gate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Modular FastAPI + React application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Declarative ORM with Alembic schema migrations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Isolated Pytest test suite with SQLite mocks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14/14 automated tests before containerization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574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2. CI/CD &amp; DevSecOps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GitHub Actions automated pipeline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Multi-stage Docker builds (non-root)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Aqua Security Trivy scan (blocks HIGH/CRIT)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Immutable Git SHA image publishing to GHCR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3. Cloud Infra &amp; Operations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Terraform AWS VPC + EKS provisioning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Helm chart deployments with environment values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Nginx Ingress path routing &amp; HPA scaling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Prometheus ServiceMonitor &amp; Grafana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1 — Full-Stack Application &amp; Persistence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FastAPI, React SaaS Dashboard &amp;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Backend API &amp; Database Layer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FastAPI modern Python framework with lifespan handlers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PostgreSQL 16 relational database engine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SQLAlchemy 2.0 ORM with typed declarative models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Alembic automated migrations (0001_create_tasks.py)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7 REST endpoints: GET, POST, PUT, DELETE, stats, health, ready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Prometheus FastAPI Instrumentator integration (/metrics)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Frontend SaaS Workspace UI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React 18 + Vite client environment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Dark sidebar navigation with custom branding (Ojas Kotiyal)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Real-time KPI metric cards (Total, Todo, In-Progress, Done)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Interactive task board with status progression &amp; creation modal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Dynamic status filter pills &amp; responsive CSS layout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Reverse proxy routing via Nginx to backend /api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2 — Automated Testing &amp; Quality Gates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Pytest test framework with isolated database fixtures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Test Architecture (conftest.py)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Isolated SQLite test database engine (test.db)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Session-scoped automated schema creation &amp; teardown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Per-test transaction rollback preventing side-effects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FastAPI get_db dependency override mechanism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Execution gate: 100% test pass required prior to image builds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14 Automated Test Cases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Health &amp; Readiness: test_health (/health), test_ready (/ready)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Service info: test_root (/)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CRUD Lifecycle: test_create_task, test_get_task_by_id, test_update_task, test_delete_task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Error validation: 404 on missing tasks, 422 on invalid payload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Analytics &amp; Observability: test_task_stats, test_metrics_endpoint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Result: 14 passed in 0.08s locally and in GitHub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4 — Enterprise Container Architecture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Multi-stage builds, non-root privileges &amp; local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Backend Container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Base: python:3.12-slim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Security: Non-root user (UID 10001 / appuser)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Alembic auto-migration on boot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Layer caching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Exposes port 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574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Frontend Container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Stage 1: Node 22 Alpine builder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Stage 2: Nginx 1.27 Alpine runtime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Security: Unprivileged USER nginx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Static assets &lt; 300KB bundled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Reverse proxy for /api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5740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Docker Compose Stack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One-command full stack startup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postgres:16-alpine with healthchecks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Persistent data volumes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Configured service networking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docker compose up --build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Modules 5 &amp; 6 — Automated CI/CD &amp; DevSecOps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GitHub Actions pipeline with Trivy vulnerability scanning &amp; GHCR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Pipeline Stages (.github/workflows/ci-cd.yml)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1. Test Job: Python 3.12 + Node 22 runner executes pytest &amp; npm build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2. Build &amp; Scan Job: Docker build backend &amp; frontend images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3. DevSecOps Scan: Aqua Security Trivy scans both images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4. Policy Gating: Pipeline fails if HIGH or CRITICAL CVEs detected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5. Publish: Push images to GitHub Container Registry (GHCR)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6. Immutability: Images tagged with exact Git commit SHA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Verification &amp; Live Execution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Automated trigger on pushes and pull requests to main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Compliant lowercased registry path (ghcr.io/oj2as7/...)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Clean Trivy vulnerability report (0 blocking CVEs)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Traceable artifacts linked directly to git commits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Latest Run #40120446949: 100% Green / Success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Conditional Helm deployment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7 — Terraform Infrastructure as Code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Declarative AWS cloud provisioning for VPC and 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AWS VPC Module (5.8.1)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CIDR Block: 10.20.0.0/16 in AWS ap-south-1 (Mumbai)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Availability Zones: ap-south-1a, ap-south-1b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Public Subnets: 10.20.101.0/24, 10.20.102.0/24 (Ingress/ALB)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Private Subnets: 10.20.1.0/24, 10.20.2.0/24 (EKS nodes &amp; DB)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NAT Gateway: Managed outbound Internet connectivity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Security Groups &amp; Route Tables automated via IaC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AWS EKS Cluster Module (20.37.1)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Kubernetes Version: 1.31 (latest stable EKS)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Managed Node Groups: 2 x t3.medium worker instances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Auto-scaling configuration: Min 2, Max 4, Desired 2 nodes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Cluster endpoint public access enabled with admin roles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terraform.tfvars.example provided for safe credential hygiene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Clean teardown capability via terraform destroy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8 — Kubernetes Orchestration &amp; Helm Packaging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Declarative release management, Ingress &amp; Autoscaling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Helm Chart Architecture (helm/taskboard)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Chart.yaml: TaskBoard v1.0.0 cloud package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Environment values: values.yaml, values-dev.yaml, values-prod.yaml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Backend &amp; Frontend Deployments: 2 replicas each for high availability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ClusterIP Services: Stable internal DNS &amp; networking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PostgreSQL Stateful Deployment with PersistentVolumeClaim (5Gi)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Automated release command: helm upgrade --install taskboard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Ingress &amp; Horizontal Pod Autoscaler (HPA)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Nginx Ingress Controller host routing (taskboard.local)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Path routing: '/' -&gt; taskboard-frontend (80), '/api' -&gt; backend (8000)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Resource quotas: CPU requests 100m / limit 500m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HPA v2: Dynamic horizontal scaling (Min 2, Max 6 pods)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Target CPU utilization threshold: 60%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Self-healing: Liveness &amp; readiness probes ensure zero-downtime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Module 9 — Observability, Metrics &amp; Diagnostics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Prometheus monitoring, Grafana visualization &amp; failure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Observability Stack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FastAPI Prometheus Instrumentator exposes metrics on /metrics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Prometheus Operator CoreOS ServiceMonitor integration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Scrape interval: 15 seconds across taskboard namespace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Prometheus targets: Validated backend service in UP state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Grafana Dashboards: HTTP request rates, p95/p99 latencies, errors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Resource tracking: Pod CPU/memory utilization &amp; HPA scale triggers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Load Testing &amp; Diagnostic Scenarios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scripts/load-test.sh: 500 automated requests to test HPA scaling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Scenario 1: ImagePullBackOff (troubleshooting/broken-image.yaml)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Triage: kubectl describe pod -&gt; identify invalid image tag -&gt; patch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Scenario 2: Label selector mismatch (troubleshooting/broken-service.yaml)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Triage: kubectl get endpoints -&gt; discover empty endpoint -&gt; align labels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3657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 &amp; Capstone Deliverables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Complete 100-point rubric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070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Calibri"/>
              </a:defRPr>
            </a:pPr>
            <a:r>
              <a:t>Project Deliverables Checklist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M1 Application: Full-Stack React + FastAPI + PostgreSQL running via Docker Compose &amp; Kubernetes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M2 Testing: 14 Pytest tests passing 100% with SQLite test database isolation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M3 Git &amp; GitHub: Public repo with 14 chunked conventional commits &amp; clean .gitignore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M4 Docker: Multi-stage, unprivileged non-root Dockerfiles (backend &amp; frontend) + compose stack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M5 CI/CD: GitHub Actions pipeline running test, build, scan, and GHCR publishing on push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M6 DevSecOps: Trivy vulnerability scanner integrated and passing with 0 blocking CVEs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M7 Terraform: Validated AWS VPC (Multi-AZ) and EKS cluster IaC with terraform.tfvars.example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M8 Kubernetes + Helm: Helm chart with 2 replicas, Ingress routing, and dynamic HPA autoscaling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M9 Observability: /metrics endpoint, Prometheus ServiceMonitor, Grafana dashboards &amp; load-test.sh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• M10 Documentation &amp; Demo: Comprehensive README.md and complete demo/ presentation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